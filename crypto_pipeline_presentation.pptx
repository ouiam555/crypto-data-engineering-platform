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64008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0D47A1">
              <a:alpha val="70000"/>
            </a:srgbClr>
          </a:solidFill>
          <a:ln/>
          <a:effectLst>
            <a:outerShdw sx="100000" sy="100000" kx="0" ky="0" algn="bl" rotWithShape="0" blurRad="152400" dist="50800" dir="27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86200" y="640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E5FF"/>
                </a:solidFill>
              </a:rPr>
              <a:t>₿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Data Engineering Pipeline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Platform: CoinGecko → MinIO → Snowflake → Tableau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45920" y="384048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0D47A1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840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384048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0D47A1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840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384048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0D47A1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840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434340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0D47A1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4343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434340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0D47A1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343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434340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0D47A1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4343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Ouiam Elkhalfi  |  Data Engineering Project  |  June 2026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markets generate massive daily data flows — prices, volumes, market caps — that require automated, scalable infrastructure to be actionable.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data engineering platform: daily automated ingestion, Medallion architecture on MinIO, dimensional modeling in Snowflake, and interactive Tableau dashboards.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310896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46888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10896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310896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67512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1280160" cy="1645920"/>
          </a:xfrm>
          <a:prstGeom prst="roundRect">
            <a:avLst>
              <a:gd name="adj" fmla="val 7143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783080"/>
            <a:ext cx="1828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097280"/>
            <a:ext cx="1280160" cy="1645920"/>
          </a:xfrm>
          <a:prstGeom prst="roundRect">
            <a:avLst>
              <a:gd name="adj" fmla="val 7143"/>
            </a:avLst>
          </a:prstGeom>
          <a:solidFill>
            <a:srgbClr val="BF360C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783080"/>
            <a:ext cx="1828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097280"/>
            <a:ext cx="1280160" cy="1645920"/>
          </a:xfrm>
          <a:prstGeom prst="roundRect">
            <a:avLst>
              <a:gd name="adj" fmla="val 7143"/>
            </a:avLst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783080"/>
            <a:ext cx="1828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097280"/>
            <a:ext cx="1280160" cy="1645920"/>
          </a:xfrm>
          <a:prstGeom prst="roundRect">
            <a:avLst>
              <a:gd name="adj" fmla="val 7143"/>
            </a:avLst>
          </a:prstGeom>
          <a:solidFill>
            <a:srgbClr val="F57F17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783080"/>
            <a:ext cx="1828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097280"/>
            <a:ext cx="1280160" cy="1645920"/>
          </a:xfrm>
          <a:prstGeom prst="roundRect">
            <a:avLst>
              <a:gd name="adj" fmla="val 7143"/>
            </a:avLst>
          </a:prstGeom>
          <a:solidFill>
            <a:srgbClr val="006064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1783080"/>
            <a:ext cx="1828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097280"/>
            <a:ext cx="1280160" cy="1645920"/>
          </a:xfrm>
          <a:prstGeom prst="roundRect">
            <a:avLst>
              <a:gd name="adj" fmla="val 7143"/>
            </a:avLst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D2137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383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httpx  —  Ingestion script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33832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D2137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3383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(S3-compatible)  —  Object storage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3832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D2137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383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PyArrow  —  Transformation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D2137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023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 —  Orchestration (DAG)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91840" y="40233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D2137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4023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—  Data Warehouse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40233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D2137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4023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  —  BI &amp;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 — MinIO Data Lake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834640" cy="3566160"/>
          </a:xfrm>
          <a:prstGeom prst="roundRect">
            <a:avLst>
              <a:gd name="adj" fmla="val 4839"/>
            </a:avLst>
          </a:prstGeom>
          <a:solidFill>
            <a:srgbClr val="FBE9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from CoinGecko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crypto-bronze/YYYY/MM/DD/raw.json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transformation applied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 always preserved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full replay of pipeline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834640" cy="3566160"/>
          </a:xfrm>
          <a:prstGeom prst="roundRect">
            <a:avLst>
              <a:gd name="adj" fmla="val 4839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430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143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756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normalized Parquet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224028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0E0E0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crypto-silver/YYYY/MM/DD/clean.parquet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normalization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&amp; null removal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applied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143000"/>
            <a:ext cx="2834640" cy="3566160"/>
          </a:xfrm>
          <a:prstGeom prst="roundRect">
            <a:avLst>
              <a:gd name="adj" fmla="val 4839"/>
            </a:avLst>
          </a:prstGeom>
          <a:solidFill>
            <a:srgbClr val="FFF8E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1430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143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6364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 — Star Schema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224028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crypto-gold/YYYY/MM/DD/*.parquet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DIM_CRYPTO, DIM_DATE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FACT_CRYPTO_PRICE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Snowflake load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 Model — Star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286000" cy="2560320"/>
          </a:xfrm>
          <a:prstGeom prst="roundRect">
            <a:avLst>
              <a:gd name="adj" fmla="val 4800"/>
            </a:avLst>
          </a:prstGeom>
          <a:solidFill>
            <a:srgbClr val="0D2137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DIM_CRYPTO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crypto_id (PK)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130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5694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0083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market_cap_rank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926080" cy="3657600"/>
          </a:xfrm>
          <a:prstGeom prst="roundRect">
            <a:avLst>
              <a:gd name="adj" fmla="val 3750"/>
            </a:avLst>
          </a:prstGeom>
          <a:solidFill>
            <a:srgbClr val="0D2A1F"/>
          </a:solidFill>
          <a:ln w="31750">
            <a:solidFill>
              <a:srgbClr val="00897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005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FACT_CRYPTO_PRICE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price_id (PK)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92938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crypto_id (FK)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30428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date_id (FK)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679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current_price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05409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429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total_volume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80390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price_change_24h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41788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high_24h / low_24h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1188720"/>
            <a:ext cx="2286000" cy="2926080"/>
          </a:xfrm>
          <a:prstGeom prst="roundRect">
            <a:avLst>
              <a:gd name="adj" fmla="val 4800"/>
            </a:avLst>
          </a:prstGeom>
          <a:solidFill>
            <a:srgbClr val="0D2137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16916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date_id (PK)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206654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full_date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24414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281635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31912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35661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hour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2468880"/>
            <a:ext cx="640080" cy="0"/>
          </a:xfrm>
          <a:prstGeom prst="line">
            <a:avLst/>
          </a:prstGeom>
          <a:noFill/>
          <a:ln w="25400">
            <a:solidFill>
              <a:srgbClr val="FFB7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2468880"/>
            <a:ext cx="457200" cy="0"/>
          </a:xfrm>
          <a:prstGeom prst="line">
            <a:avLst/>
          </a:prstGeom>
          <a:noFill/>
          <a:ln w="25400">
            <a:solidFill>
              <a:srgbClr val="FFB74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Orchestration — Daily DAG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BF360C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ingest_bronze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API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920240"/>
            <a:ext cx="274320" cy="5486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09728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transform_silver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274320" cy="5486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9728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6344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build_gold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1920240"/>
            <a:ext cx="274320" cy="5486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09728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00606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6656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load_snowflake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DWH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DAG Configuration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@daily (runs every 24h)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867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 False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retries: 2 per task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471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retry_delay: 5 minutes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0632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(Docker)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Webserver  →  localhost:8080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867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Scheduler  →  auto-trigger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Console       →  localhost:9001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471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        →  metadata DB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 — Analytics &amp;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 Tableau Desktop  →  Snowflake ODBC Driver  →  CRYPTO_DW.GOLD schema  (3 tables: FACT_CRYPTO_PRICE + DIM_CRYPTO + DIM_DATE)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Principal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Evolution (multi-series line chart)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Cryptos by Volume (bar chart)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Price, Market Cap, Volume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Plot: Volume vs Price Change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82880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Détail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Heatmap: daily variation by crypto &amp; week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View: all metrics per crypto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3832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action: click → drill-through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886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hierarchy: Year &gt; Month &gt; Week &gt; Day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0F23"/>
          </a:solidFill>
          <a:ln w="12700">
            <a:solidFill>
              <a:srgbClr val="0F0F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 + httpx  —  CoinGecko REST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9050">
            <a:solidFill>
              <a:srgbClr val="BF36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(S3-compatible)  —  Bronze / Silver / Gold layers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6596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331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PyArrow  —  ETL transformations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6596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2.8.1  —  Daily DAG scheduling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9050">
            <a:solidFill>
              <a:srgbClr val="0060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7180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337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—  Star Schema on GOLD schema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9050">
            <a:solidFill>
              <a:srgbClr val="4A14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97180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337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  —  Interactive dashboards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97764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  —  Full infrastructure as code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9050">
            <a:solidFill>
              <a:srgbClr val="4242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97764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—  Code + .twb workbook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Deliverables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pipeline running daily via Airflow DAG (4 tasks)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 Data Lake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Medallion layers (Bronze/Silver/Gold) with Parquet &amp; JSON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0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DWH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with 3 tables: FACT_CRYPTO_PRICE, DIM_CRYPTO, DIM_DATE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77440"/>
            <a:ext cx="411480" cy="411480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interactive dashboards with 6 visualizations + navigation actions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3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977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 with README, docker-compose.yml, requirements.txt, .twb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411480" cy="4114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Project 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977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tickets covering all 9 project steps tracked in Scrum backlog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Data Engineering Pipeline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" y="28346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" y="2834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97380" y="28346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97380" y="2834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Medallion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26180" y="28346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6180" y="2834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Star Schema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54980" y="28346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4980" y="2834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83780" y="28346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83780" y="2834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Infrastructure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Ouiam Elkhalfi  |  Data Engineering  |  Simplon CCFBS Morocco  |  June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Data Engineering Pipeline</dc:title>
  <dc:subject>PptxGenJS Presentation</dc:subject>
  <dc:creator>Ouiam Elkhalfi</dc:creator>
  <cp:lastModifiedBy>Ouiam Elkhalfi</cp:lastModifiedBy>
  <cp:revision>1</cp:revision>
  <dcterms:created xsi:type="dcterms:W3CDTF">2026-06-20T18:17:57Z</dcterms:created>
  <dcterms:modified xsi:type="dcterms:W3CDTF">2026-06-20T18:17:57Z</dcterms:modified>
</cp:coreProperties>
</file>